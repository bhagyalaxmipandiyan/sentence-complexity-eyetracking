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ram_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ram_02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ram_03_lexical_surpri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ram_04_syntactic_surpri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ram_05_embedding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ram_06_why_pos_bi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agram_07_ffd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