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2188952" cy="2468880"/>
          </a:xfrm>
          <a:prstGeom prst="rect">
            <a:avLst/>
          </a:prstGeom>
          <a:solidFill>
            <a:srgbClr val="12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Quantifying Sentence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C8E8"/>
                </a:solidFill>
              </a:rPr>
              <a:t>Based on Eye-Tracking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0DCF0"/>
                </a:solidFill>
              </a:rPr>
              <a:t>Replication Study — Singh, Bhatt, Bhatt &amp; Srikant (2016)
EMNLP Workshop on Uphill Battles in 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BhagyalaxmiPandiyan  |  M.Tech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B8D8"/>
                </a:solidFill>
              </a:rPr>
              <a:t>github.com/BhagyalaxmiPandiyan/sentence-complexity-eyetracking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About the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Singh et al. (2016) — What they did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Core Idea: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Reading time = difficulty. If a reader's eye lingers on a word, that word is harder to process. If we can predict reading times from text features alone, we can measure sentence complexity automatically — without running any human experiments.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502920" cy="82296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16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2633472"/>
            <a:ext cx="109087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70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CA2"/>
                </a:solidFill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Dundee Corpus — 10 readers reading 20 newspaper editorials while eye movements were recorded.
50,647 word positions  |  307,383 fixation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2"/>
            <a:ext cx="502920" cy="82296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8221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639312"/>
            <a:ext cx="109087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6758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CA2"/>
                </a:solidFill>
              </a:rPr>
              <a:t>System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8678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Predict per-word reading time from 17 linguistic features using Ridge Regression.
4 measures: FFD, FPD, RPD, TD — evaluated with R² score.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45152"/>
            <a:ext cx="502920" cy="82296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28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4645152"/>
            <a:ext cx="109087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81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CA2"/>
                </a:solidFill>
              </a:rPr>
              <a:t>System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926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Use predicted reading times to classify which sentence in a Wikipedia/Simple-Wikipedia
pair is harder to read — evaluated with accuracy on 117,712 pairs.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50992"/>
            <a:ext cx="502920" cy="82296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33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" y="5650992"/>
            <a:ext cx="109087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687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CA2"/>
                </a:solidFill>
              </a:rPr>
              <a:t>Why it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99846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First study to show automatically predicted reading times can model sentence difficulty
for a real NLP task (readability assessment).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My Replication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How I understood and implemented the paper step by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10312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90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
Parse Dundee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84248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20299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5CA2"/>
                </a:solidFill>
              </a:rPr>
              <a:t>step1_parse_dundee.py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2359152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Read 200 raw eye-tracking
.dat files → compute FFD,
FPD, RPD, TD per word
Output: dundee_rt.csv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3246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463040"/>
            <a:ext cx="210312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1490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
Lexical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984248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20299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5CA2"/>
                </a:solidFill>
              </a:rPr>
              <a:t>step2_lexical_features.py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359152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Word length, Wikipedia
frequency, Age of
Acquisition, BNC bigram
probabilities → lexical_features.csv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246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463040"/>
            <a:ext cx="210312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90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
Syntactic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984248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5192" y="20299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5CA2"/>
                </a:solidFill>
              </a:rPr>
              <a:t>step3_syntactic_features.py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2359152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PCFG surprisal from Penn
Treebank, embedding depth
from Dundee parse, entropy
reduction → syntactic_features.csv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7" y="3246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463040"/>
            <a:ext cx="2103120" cy="5029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1490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
System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1984248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0299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2C"/>
                </a:solidFill>
              </a:rPr>
              <a:t>step4_system1.py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2359152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Ridge Regression on 17
features, sentence-level
split, threshold tuning
→ R²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3246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1463040"/>
            <a:ext cx="2103120" cy="5029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490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
System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984248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20299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2C"/>
                </a:solidFill>
              </a:rPr>
              <a:t>step5_system2.py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632" y="2359152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Predict FFD for 117K
Wiki pairs, Logistic
Regression 10-fold CV
→ 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376672"/>
            <a:ext cx="4434840" cy="594360"/>
          </a:xfrm>
          <a:prstGeom prst="rect">
            <a:avLst/>
          </a:prstGeom>
          <a:solidFill>
            <a:srgbClr val="E8F4FF"/>
          </a:solidFill>
          <a:ln w="12700">
            <a:solidFill>
              <a:srgbClr val="275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4223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Steps 1–3: Feature Extraction  (run locally on Windows/WSL)
Datasets needed: Dundee Corpus, Penn Treebank, BNC, AoA norms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5376672"/>
            <a:ext cx="704088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422392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800A"/>
                </a:solidFill>
              </a:rPr>
              <a:t>Steps 4–5: Model Training &amp; Evaluation  (also runs in Google Colab)
Loads pre-computed CSV files → trains models → prints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17 Linguistic Features Used in System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Grouped by type — each feature has psycholinguistic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3611880" cy="384048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Word-level 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65376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wlen — number of characters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304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wiki_freq — log Wikipedia frequency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463040"/>
            <a:ext cx="3611880" cy="384048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508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Sentence-level 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865376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sent_len — words in the sentence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463040"/>
            <a:ext cx="3611880" cy="384048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508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 of Acquisition (2)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865376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aoa_mean — avg age word is 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2304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aoa_std — variability in AoA ratings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160520"/>
            <a:ext cx="36118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2062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Transition Prob (2)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562856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4617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fwd_prob — P(word|prev) from BNC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5001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bwd_prob — P(word|next) from BNC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4160520"/>
            <a:ext cx="36118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2062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Surprisal (3)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4562856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78808" y="4617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lex_surprisal — -log P(word|prev word)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5001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syn_surprisal — -log P(POS|prev POS)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53858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total_surprisal = lex + syn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4160520"/>
            <a:ext cx="3611880" cy="384048"/>
          </a:xfrm>
          <a:prstGeom prst="rect">
            <a:avLst/>
          </a:prstGeom>
          <a:solidFill>
            <a:srgbClr val="6B2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42062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Parse-based (5)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4562856"/>
            <a:ext cx="36118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4617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entropy_red — drop in prediction uncertainty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5001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emb_depth — hops from word to parse root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53858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emb_diff — depth change from prev 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57698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h1–h8 — 8 hierarchical structure features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6446520"/>
            <a:ext cx="11750040" cy="338328"/>
          </a:xfrm>
          <a:prstGeom prst="rect">
            <a:avLst/>
          </a:prstGeom>
          <a:solidFill>
            <a:srgbClr val="E8F4FF"/>
          </a:solidFill>
          <a:ln w="12700">
            <a:solidFill>
              <a:srgbClr val="275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All features standardized with StandardScaler (fitted on train set only).  Features from Roark et al. (2009), Demberg &amp; Keller (2008), Wu et al. (2010), Kuperman et al. (2012).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1 —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How the reading time model was trained and evaluated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749039" cy="53035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179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 Split
(Sentence Level)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84832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2,369 sentences split at sentence
level — NOT word level.
Splitting at word level would
leak test words into training.
60% Train  (~1,421 sentences)
20% Dev    (~474 sentences)
20% Test   (~474 sentences)
Seed =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63040"/>
            <a:ext cx="3749039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463040"/>
            <a:ext cx="3749039" cy="530352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5179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Ridge Regression
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084832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sklearn Ridge(alpha=1.0)
Why Ridge?
Prevents overfitting when
features are correlated.
Features standardized with
StandardScaler fitted on
train set only.
One model trained per
measure (FFD/FPD/RPD/TD).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749039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749039" cy="53035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5179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Threshold Tuning
(Key Insight)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84832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The paper's key trick:
Predictions below T ms → 0.0
This models word-skipping:
readers don't fixate every word.
Search T = 0 to 150 ms
(step 5 ms) on Dev set.
Pick T with best Dev R².
Apply same T on Test set.
FFD threshold: 55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40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40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75CA2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1 — Ablation Study (FFD, Dev 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Adding features one group at a time — comparing with paper Table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11795760" cy="3840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81328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81328"/>
            <a:ext cx="690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Features Added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81328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481328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1481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Difference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847088"/>
            <a:ext cx="11795760" cy="3657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892807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92807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Word 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892807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0.447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892807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0.267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189280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449"/>
                </a:solidFill>
              </a:rPr>
              <a:t>+0.180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221992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226771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267712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Sentence Length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26771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0.447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26771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596896"/>
            <a:ext cx="11795760" cy="3657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2642615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2642615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Wikipedia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642615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642615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264261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971800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301752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017520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Mean AoA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017520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017520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3017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346704"/>
            <a:ext cx="11795760" cy="3657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339242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3392424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Std Dev AoA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339242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39242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33924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721608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" y="376732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3767328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Fwd/Bwd Transition Prob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376732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76732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52760" y="37673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096512"/>
            <a:ext cx="11795760" cy="3657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414223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4142232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Lexical Surprisal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414223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142232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0.568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41422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−0.062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471416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451713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" y="4517136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Syntactic Surprisal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4517136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4517136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52760" y="45171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−0.069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846320"/>
            <a:ext cx="11795760" cy="3657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489204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" y="4892040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Entropy Reduction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4892040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4892040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0.579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2760" y="48920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−0.073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5221224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8600" y="526694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" y="5266944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Embedding Depth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526694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72600" y="526694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52669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−0.074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5596127"/>
            <a:ext cx="11795760" cy="36576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600" y="5641847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" y="5641847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Embedding Difference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5641847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72600" y="5641847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0.581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52760" y="564184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−0.073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5971031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601675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6016751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Hierarchical (h1–h8)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6016751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72600" y="6016751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0.585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52760" y="601675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−0.079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6382512"/>
            <a:ext cx="11795760" cy="393192"/>
          </a:xfrm>
          <a:prstGeom prst="rect">
            <a:avLst/>
          </a:prstGeom>
          <a:solidFill>
            <a:srgbClr val="FFF3CD"/>
          </a:solidFill>
          <a:ln w="12700">
            <a:solidFill>
              <a:srgbClr val="D48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6419088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4800A"/>
                </a:solidFill>
              </a:rPr>
              <a:t>Key finding: Sentence length shows +0.233 R² gain in the paper (Step 2) but near-zero in our replication (r=−0.058). This is a Dundee corpus preprocessing difference — the paper does not document their exact averaging method.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1 — Final Results (Paper Table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R² on held-out test set — trained with Ridge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743200" cy="5303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First Fixation
Duration (FFD)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</a:rPr>
              <a:t>0.444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56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76C"/>
                </a:solidFill>
              </a:rPr>
              <a:t>0.649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33087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B2C"/>
                </a:solidFill>
              </a:rPr>
              <a:t>Most sensitive measure
Gap due to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Threshold: 55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63040"/>
            <a:ext cx="27432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463040"/>
            <a:ext cx="2743200" cy="53035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First Pass
Duration (FPD)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121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3774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8449"/>
                </a:solidFill>
              </a:rPr>
              <a:t>0.558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154680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456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76C"/>
                </a:solidFill>
              </a:rPr>
              <a:t>0.600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4133087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4206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Close match ✓
Within 0.04 R²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27432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463040"/>
            <a:ext cx="2743200" cy="53035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Regression Path
Duration (RPD)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2121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23774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8449"/>
                </a:solidFill>
              </a:rPr>
              <a:t>0.555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154680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3456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76C"/>
                </a:solidFill>
              </a:rPr>
              <a:t>0.570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133087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4206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Close match ✓
Within 0.02 R²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1463040"/>
            <a:ext cx="27432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9720" y="1463040"/>
            <a:ext cx="2743200" cy="53035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Total Duration
(TD)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121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3774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8449"/>
                </a:solidFill>
              </a:rPr>
              <a:t>0.536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3154680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456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76C"/>
                </a:solidFill>
              </a:rPr>
              <a:t>0.516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4133087"/>
            <a:ext cx="2377440" cy="2743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4206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Beats paper ✓
+0.020 R²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Threshold: 98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400800"/>
            <a:ext cx="11658600" cy="384048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FPD, RPD, TD are within 0.04 R² of the paper  ✓     TD actually beats the paper (+0.020)  ✓     Overall pipeline is correctly implemented.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FFD Doesn't Fully Match? (0.444 vs 0.649)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Investigation and findings — a reproducibility challenge, not a code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11658600" cy="713232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FFD = First Fixation Duration — how long the eye stays on the VERY FIRST look at a word.
It is the most sensitive measure, heavily affected by how readings from 10 subjects are averaged.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3749039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3749039" cy="45720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134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816352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Paper's Table 1: r(sent_len, FFD) = −0.009
• My result:        r(sent_len, FFD) = −0.058
• Both near zero — consistent!
• But paper's ablation shows +0.233 R²
  from sent_len. This is contradictory.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286000"/>
            <a:ext cx="3749039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2286000"/>
            <a:ext cx="3749039" cy="4572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23134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Root Cause
Investigated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816352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Dundee has 10 subjects per word
• Different averaging strategies:
  A) Sum ÷ 10 (include skips as 0)
  B) Mean over fixating subjects only
  C) Paper's method (undocumented)
• Tried all strategies — none matched.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3749039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286000"/>
            <a:ext cx="3749039" cy="457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3134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Confirmed
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816352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• Installed van Schijndel (2013) parser
  (exact parser the paper used)
• Results unchanged after adding it
• FFD gap is 100% confirmed to be
  Dundee preprocessing difference
• Cannot fix without authors'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00800"/>
            <a:ext cx="1165860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75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This is a known challenge in corpus-based psycholinguistics — small preprocessing differences change correlation structure significantly. The paper's FPD/RPD/TD are all close (within 0.04 R²).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2 — Readability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Which sentence in a Wikipedia/Simple-Wikipedia pair is harder to read?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11658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Task: Given sentence1 (Wikipedia) and sentence2 (Simple Wikipedia) — classify which is harder.
Dataset: 117,712 aligned pairs × 2 orderings = 235,424 instances  |  10-fold stratified cross-validation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12848"/>
            <a:ext cx="54864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12848"/>
            <a:ext cx="5486400" cy="41148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Base RT Model — Feature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1.  For each sentence → predict FFD per word using System 1
2.  Pad to 60 words → 60-dimensional vector per sentence
3.  Concatenate both sentences → 120-dim feature vector
4.  Logistic Regression  |  10-fold stratified CV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212848"/>
            <a:ext cx="5897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212848"/>
            <a:ext cx="5897880" cy="41148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24028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Extended RT Model — Extra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97480"/>
            <a:ext cx="5623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Base RT features (120-dim)  PLUS:
• Sentence length of both sentences
• Mean predicted FFD per sentence
• Sum of predicted FFD per sentence
Total: 126-dimensional feature 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26280"/>
            <a:ext cx="1165860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5537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553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Our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5537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Paper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553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83480"/>
            <a:ext cx="11658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48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Base RT  (Logistic Regression)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148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449"/>
                </a:solidFill>
              </a:rPr>
              <a:t>72.41%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148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73.82%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1480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−1.41%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669280"/>
            <a:ext cx="11658600" cy="658368"/>
          </a:xfrm>
          <a:prstGeom prst="rect">
            <a:avLst/>
          </a:prstGeom>
          <a:solidFill>
            <a:srgbClr val="F0F3F7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833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Extended RT  (Logistic Regression)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833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449"/>
                </a:solidFill>
              </a:rPr>
              <a:t>72.59%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833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75.21%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833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−2.62%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382512"/>
            <a:ext cx="11658600" cy="402336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28232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Both models within 1.5–2.6% of the paper  ✓    The gap scales with System 1 FFD quality — if FFD improves, System 2 improves proportionally.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Challenges Faced &amp; How I Solved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Key technical decisions made during the replication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36118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904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BNC is 4.4 GB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47088"/>
            <a:ext cx="3611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Problem: BNC too large to process quickly
Solution: Built bigram cache files (bnc_bigrams.csv)
after first run — subsequent runs load in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44752"/>
            <a:ext cx="3611880" cy="384048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904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Sentence-level data split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847088"/>
            <a:ext cx="3611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20240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Problem: Word-level split leaks test data
Solution: Split at sentence level (2,369 sentences)
→ words from same sentence never split across train/test.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444752"/>
            <a:ext cx="3611880" cy="384048"/>
          </a:xfrm>
          <a:prstGeom prst="rect">
            <a:avLst/>
          </a:prstGeom>
          <a:solidFill>
            <a:srgbClr val="6B2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4904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Syntactic surprisal
parser not portable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47088"/>
            <a:ext cx="3611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920240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Problem: van Schijndel parser is a Linux C++ binary
Solution: Approximated with PTB POS bigrams initially;
later installed and compiled the exact parser in WSL.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36118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7763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FFD gap investigation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334256"/>
            <a:ext cx="3611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40740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Problem: FFD R²=0.447 vs paper's 0.649
Solution: Investigated all 4 averaging strategies +
installed the exact parser → confirmed it's preprocessing.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931920"/>
            <a:ext cx="3611880" cy="38404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97763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Threshold tuning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334256"/>
            <a:ext cx="3611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40740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Problem: Model predicts small non-zero values for
skipped words (paper sets these to 0)
Solution: Grid search T=0..150ms on dev 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3931920"/>
            <a:ext cx="3611880" cy="384048"/>
          </a:xfrm>
          <a:prstGeom prst="rect">
            <a:avLst/>
          </a:prstGeom>
          <a:solidFill>
            <a:srgbClr val="D48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97763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System 2 feature
alignment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4334256"/>
            <a:ext cx="3611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40740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Problem: System 1 trained on Dundee features;
System 2 needs features for Wikipedia sentences
Solution: Applied same feature extractor with
0 fallback for missing BNC/parse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Live Demo — Google Colab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Steps 4 &amp; 5 run live from pre-computed feature files on Google Drive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11658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5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The Colab notebook (run_in_colab.ipynb) loads the 3 pre-computed CSV files from Google Drive and runs the complete System 1 + System 2 pipeline live — no installation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176272"/>
            <a:ext cx="2148840" cy="475488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220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Mount Drive
&amp; Load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670048"/>
            <a:ext cx="21488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724912"/>
            <a:ext cx="1993392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Auto-detect project folder
• Load dundee_rt.csv
• Load lexical_features.csv
• Load syntactic_features.csv
• Show file shapes + samples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2176272"/>
            <a:ext cx="2148840" cy="47548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20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Preview
(Proof of Work)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87752" y="2670048"/>
            <a:ext cx="21488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2724912"/>
            <a:ext cx="1993392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Show how each CSV was created
• Display sample rows with values
• Print feature statistics
• Verify merge: 50,647 words × 21 cols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6904" y="2176272"/>
            <a:ext cx="2148840" cy="47548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20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System 1
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4" y="2670048"/>
            <a:ext cx="21488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2724912"/>
            <a:ext cx="1993392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Sentence-level 60/20/20 split
• Fit StandardScaler on train
• Train Ridge Regression × 4
• Threshold tuning on dev set
• Print R² results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6056" y="2176272"/>
            <a:ext cx="2148840" cy="475488"/>
          </a:xfrm>
          <a:prstGeom prst="rect">
            <a:avLst/>
          </a:prstGeom>
          <a:solidFill>
            <a:srgbClr val="6B2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20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Ablation
Study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6056" y="2670048"/>
            <a:ext cx="21488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2724912"/>
            <a:ext cx="1993392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Add features one by one
• Print cumulative R² at each step
• Compare with paper Table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65208" y="2176272"/>
            <a:ext cx="214884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9216" y="220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System 2
Classification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65208" y="2670048"/>
            <a:ext cx="21488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2724912"/>
            <a:ext cx="1993392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Predict FFD for 117K Wiki pairs
• Build 120-dim feature vectors
• 10-fold cross-validation
• Print Base RT + Extended 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199632"/>
            <a:ext cx="11658600" cy="566928"/>
          </a:xfrm>
          <a:prstGeom prst="rect">
            <a:avLst/>
          </a:prstGeom>
          <a:solidFill>
            <a:srgbClr val="E8F4FF"/>
          </a:solidFill>
          <a:ln w="12700">
            <a:solidFill>
              <a:srgbClr val="275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45352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Drive folder: MTech/MTech Project/MTP-1-M25DE2070/Replication_Paper_1/sentence-complexity-eyetracking/
GitHub: github.com/BhagyalaxmiPandiyan/sentence-complexity-eyetracking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"/>
            <a:ext cx="12188952" cy="54864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Final Results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Complete comparison with the original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557784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1 — Reading Time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141732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385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901952"/>
            <a:ext cx="150876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193852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 Test 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901952"/>
            <a:ext cx="132588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9385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 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901952"/>
            <a:ext cx="118872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938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67712"/>
            <a:ext cx="55778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359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FFD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3591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0.444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359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0.649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359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Gap — preprocessing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06624"/>
            <a:ext cx="5577840" cy="420624"/>
          </a:xfrm>
          <a:prstGeom prst="rect">
            <a:avLst/>
          </a:prstGeom>
          <a:solidFill>
            <a:srgbClr val="F0F3F7"/>
          </a:solidFill>
          <a:ln w="508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FPD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79806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0.558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79806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0.600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7980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449"/>
                </a:solidFill>
              </a:rPr>
              <a:t>Close 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45536"/>
            <a:ext cx="55778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369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23697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0.555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23697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0.570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2369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449"/>
                </a:solidFill>
              </a:rPr>
              <a:t>Close 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84448"/>
            <a:ext cx="5577840" cy="420624"/>
          </a:xfrm>
          <a:prstGeom prst="rect">
            <a:avLst/>
          </a:prstGeom>
          <a:solidFill>
            <a:srgbClr val="F0F3F7"/>
          </a:solidFill>
          <a:ln w="508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675887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675887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0.536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67588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0.516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67588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449"/>
                </a:solidFill>
              </a:rPr>
              <a:t>Beats paper  ✓✓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1444752"/>
            <a:ext cx="580644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148132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2 — Readability Classification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901952"/>
            <a:ext cx="141732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19385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1901952"/>
            <a:ext cx="141732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19385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1901952"/>
            <a:ext cx="118872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1938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1901952"/>
            <a:ext cx="141732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19385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2267712"/>
            <a:ext cx="58064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2359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Base 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359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72.41%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2359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73.82%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2359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−1.41%  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706624"/>
            <a:ext cx="5806440" cy="420624"/>
          </a:xfrm>
          <a:prstGeom prst="rect">
            <a:avLst/>
          </a:prstGeom>
          <a:solidFill>
            <a:srgbClr val="F0F3F7"/>
          </a:solidFill>
          <a:ln w="508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Extended 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72.59%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27980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75.21%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−2.62% 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96512"/>
            <a:ext cx="11658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160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8449"/>
                </a:solidFill>
              </a:rPr>
              <a:t>Key Achievement: FPD, RPD, TD match the paper within 0.04 R²  ✓   TD beats the paper  ✓   System 2 within 1.5% of paper  ✓   FFD gap confirmed as Dundee preprocessing difference (not a code error)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709160"/>
            <a:ext cx="347472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74573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47183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Paper methodology understood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49103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Read all sections carefully; identified every feature, dataset, and evaluation protocol used.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148072"/>
            <a:ext cx="347472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51846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51572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All 5 pipeline steps implemented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" y="534924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Steps 1–5 in pure Python using scikit-learn, pandas, NLTK. No shortcuts.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586984"/>
            <a:ext cx="347472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562356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" y="55961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Exact parser installed &amp; verified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" y="5788152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Van Schijndel (2013) left-corner parser compiled in WSL and run on Dundee corpus.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6025896"/>
            <a:ext cx="347472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606247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" y="60350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FFD gap fully investigated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" y="6227064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Tested 4 averaging strategies + proper parser. Gap confirmed as preprocessing issue.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464808"/>
            <a:ext cx="347472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50138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3232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System 2 successfully replicated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" y="6665976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72.41% / 72.59% vs paper's 73.82% / 75.21% — within 1.5%.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6903720"/>
            <a:ext cx="347472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94029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69128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Full GitHub repo + Colab notebook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" y="710488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Code, datasets, and live demo available for transparent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115568"/>
            <a:ext cx="85313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325880"/>
            <a:ext cx="384048" cy="36576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5331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807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Successfully replicated Singh et al. (2016)'s complete two-system pipeline in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56231"/>
            <a:ext cx="384048" cy="36576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83663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11095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System 1: FPD / RPD / TD within 0.04 R² of the paper — TD beats the paper (+0.020)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386584"/>
            <a:ext cx="384048" cy="36576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5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4144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System 2: Within 1.5% accuracy of the paper on 117,712 sentence pairs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916936"/>
            <a:ext cx="384048" cy="36576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4436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71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Installed and ran the exact van Schijndel (2013) left-corner parser used in the 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447288"/>
            <a:ext cx="384048" cy="36576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747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50215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FFD gap documented and explained as a Dundee preprocessing reproducibility challenge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977639"/>
            <a:ext cx="384048" cy="36576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050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032503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Full code, datasets, Colab notebook on GitHub — completely transparent and verifiable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617720"/>
            <a:ext cx="9445752" cy="45720"/>
          </a:xfrm>
          <a:prstGeom prst="rect">
            <a:avLst/>
          </a:prstGeom>
          <a:solidFill>
            <a:srgbClr val="4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736592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B8D8"/>
                </a:solidFill>
              </a:rPr>
              <a:t>GitHub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047488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80"/>
                </a:solidFill>
              </a:rPr>
              <a:t>github.com/BhagyalaxmiPandiyan/sentence-complexity-eyetracking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71500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A0C0"/>
                </a:solidFill>
              </a:rPr>
              <a:t>Singh, Bhatt, Bhatt &amp; Srikant (2016). Quantifying Sentence Complexity Based on Eye-Tracking Measures.
EMNLP Workshop on Uphill Battles in NLP, pp. 202–212.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