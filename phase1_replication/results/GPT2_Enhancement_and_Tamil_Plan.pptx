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Enhancing Reading-Time Prediction with GPT-2 Surprisal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9D6E8"/>
                </a:solidFill>
              </a:rPr>
              <a:t>Replication of Singh et al. (2016)  +  GPT-2 Enhancement  +  Next Steps for Tamil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Recap: What We Replicated</a:t>
            </a:r>
          </a:p>
          <a:p>
            <a:r>
              <a:rPr sz="1500">
                <a:solidFill>
                  <a:srgbClr val="555555"/>
                </a:solidFill>
              </a:rPr>
              <a:t>Singh et al. (2016) — predicting reading time &amp; readability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System 1 — Reading Time Prediction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-  Predicts 4 eye-tracking measures per word: FFD, FPD, RPD, TD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-  Uses linguistic features: word length, frequency, AoA, surprisal, syntactic structure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System 2 — Readability Classification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-  Classifies which of two parallel sentences (Wiki vs. Simple-Wiki) is harder to read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-  Uses System 1's predicted reading times as a feature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2E86AB"/>
                </a:solidFill>
              </a:rPr>
              <a:t>Both fully replicated on the Dundee eye-tracking corpus (50,647 words, 2,378 sentences)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1 — Replication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Why We Turned to GPT-2</a:t>
            </a:r>
          </a:p>
          <a:p>
            <a:r>
              <a:rPr sz="1500">
                <a:solidFill>
                  <a:srgbClr val="555555"/>
                </a:solidFill>
              </a:rPr>
              <a:t>The paper's own syntactic-surprisal feature carries no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</a:rPr>
              <a:t>The paper's syntactic surprisal feature (from an incremental parser) was reproduced faithfully...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02A2A"/>
                </a:solidFill>
              </a:rPr>
              <a:t>...but correlation with reading time is essentially zero:  r(syn_surprisal, FFD) = -0.017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555555"/>
                </a:solidFill>
              </a:rPr>
              <a:t>This matches the paper's own Table 1 (r = -0.067) — not a bug in our pipeline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2E86AB"/>
                </a:solidFill>
              </a:rPr>
              <a:t>Question: can a modern language model's surprisal do better than a parser's?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2 —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Method</a:t>
            </a:r>
          </a:p>
          <a:p>
            <a:r>
              <a:rPr sz="1500">
                <a:solidFill>
                  <a:srgbClr val="555555"/>
                </a:solidFill>
              </a:rPr>
              <a:t>Swap syntactic surprisal for GPT-2 surprisal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</a:rPr>
              <a:t>Compute GPT-2 surprisal per word, with up to 3 preceding sentences as context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</a:rPr>
              <a:t>Swap into the existing 19-feature model in place of syn_surprisal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</a:rPr>
              <a:t>Re-train and evaluate identically to the original pipeline (60/20/20 sentence-level split, Ridge regression)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2E86AB"/>
                </a:solidFill>
              </a:rPr>
              <a:t>Tested across all 4 reading-time measures — not just FFD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2 —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Results: GPT-2 vs. Baseline vs. Paper</a:t>
            </a:r>
          </a:p>
          <a:p>
            <a:r>
              <a:rPr sz="1500">
                <a:solidFill>
                  <a:srgbClr val="555555"/>
                </a:solidFill>
              </a:rPr>
              <a:t>Table 3 comparison — Test R² by reading-time measure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73736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Baseline (syn_surprisal)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+ GPT-2 surprisal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Paper (Singh et al.)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</a:rPr>
                        <a:t>FFD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0.444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</a:rPr>
                        <a:t>0.458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0.649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</a:rPr>
                        <a:t>FPD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0.558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</a:rPr>
                        <a:t>0.583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0.600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</a:rPr>
                        <a:t>RPD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0.555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</a:rPr>
                        <a:t>0.582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7D32"/>
                          </a:solidFill>
                        </a:rPr>
                        <a:t>0.570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</a:rPr>
                        <a:t>TD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0.536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</a:rPr>
                        <a:t>0.568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7D32"/>
                          </a:solidFill>
                        </a:rPr>
                        <a:t>0.516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480560"/>
            <a:ext cx="109115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2E7D32"/>
                </a:solidFill>
              </a:rPr>
              <a:t>RPD and TD now beat the paper outright. FPD is within 0.017. Only FFD still trails.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2 — Results (Table 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Feature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Is GPT-2 surprisal just redundant with existing features?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</a:rPr>
              <a:t>-  r(gpt2_surprisal, syn_surprisal) = 0.014 — genuinely new signal, not a duplicate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</a:rPr>
              <a:t>-  Moderate, expected overlap with lex_surprisal (0.56), wiki_freq (-0.65), aoa_mean (0.54)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B02A2A"/>
                </a:solidFill>
              </a:rPr>
              <a:t>A trap we avoided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</a:rPr>
              <a:t>-  gpt2_sum (sentence-level total) correlates 0.914 with sentence length — it's just a length proxy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</a:rPr>
              <a:t>-  Used gpt2_mean instead — correlates 0.45–0.53 with all 4 RT measures, clean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2 — Feature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Ruling Out a Wrong Explanation</a:t>
            </a:r>
          </a:p>
          <a:p>
            <a:r>
              <a:rPr sz="1500">
                <a:solidFill>
                  <a:srgbClr val="555555"/>
                </a:solidFill>
              </a:rPr>
              <a:t>Scientific rigor: not every theory survives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</a:rPr>
              <a:t>Theory: skipped words get RT = 0, inflating word-length's predictive power (a "ceiling effect")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</a:rPr>
              <a:t>Tested directly by filtering to fixated-only words and re-training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B02A2A"/>
                </a:solidFill>
              </a:rPr>
              <a:t>Result: disproven — zero rows actually have RT = 0 in the word-averaged data (min FFD = 5.1ms)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</a:rPr>
              <a:t>"Fixated-only" and "all-words" produced identical R² — the filter was a no-op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</a:rPr>
              <a:t>Corrected earlier documentation accordingly — the real cause needed a fresh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2 — Negative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System 2 Reconfirmed</a:t>
            </a:r>
          </a:p>
          <a:p>
            <a:r>
              <a:rPr sz="1500">
                <a:solidFill>
                  <a:srgbClr val="555555"/>
                </a:solidFill>
              </a:rPr>
              <a:t>Readability classification beats the paper on all 4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737360"/>
          <a:ext cx="8503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28600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Base RT (Pairwise)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</a:rPr>
                        <a:t>74.15%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73.82%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Base RT (SVMrank)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</a:rPr>
                        <a:t>74.13%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73.79%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Extended RT (Pairwise)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</a:rPr>
                        <a:t>75.26%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75.21%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Extended RT (SVMrank)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</a:rPr>
                        <a:t>75.23%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75.09%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480560"/>
            <a:ext cx="109115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2E7D32"/>
                </a:solidFill>
              </a:rPr>
              <a:t>System 2 beats the paper on all 4 metrics — effectively 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2 — Results (Table 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What's Next: Extending This Work to Tamil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Why Tamil?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Checked the literature before committing — no direct prior work found: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-  No Tamil eye-tracking-while-reading corpus exists (MultiplEYE doesn't cover Tamil yet)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-  No Tamil readability/complexity dataset or classifier found in DravidianLangTech (the main Tamil NLP workshop)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-  Closest precedent: a 2023 ML readability model for Gujarati — proves this approach is publishable for an Indic language, just not yet done for Tamil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2E86AB"/>
                </a:solidFill>
              </a:rPr>
              <a:t>Genuine gap + reusable pipeline from this thesis = natural, achievable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3 — Motivation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The New Idea</a:t>
            </a:r>
          </a:p>
          <a:p>
            <a:r>
              <a:rPr sz="1500">
                <a:solidFill>
                  <a:srgbClr val="555555"/>
                </a:solidFill>
              </a:rPr>
              <a:t>Not a straight port — a genuinely new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</a:rPr>
              <a:t>Insight from our own results: word length is already an unstable complexity proxy in English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555555"/>
                </a:solidFill>
              </a:rPr>
              <a:t>-  (the paper's own Table 1 vs. Table 2 numbers for word length are internally inconsistent — our finding)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</a:rPr>
              <a:t>Tamil is agglutinative: one word can carry what English spreads across a full clause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2E86AB"/>
                </a:solidFill>
              </a:rPr>
              <a:t>So word length is likely an even worse proxy for Tamil — morphemes may be the right unit instead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</a:rPr>
              <a:t>Plan: build a morphology-aware complexity metric (via open-source ThamizhiMorph analyzer) and use it to drive + evaluate an LLM-based Tamil sentence simplifier, validated against human judgments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3 — Approach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Why This Direction</a:t>
            </a:r>
          </a:p>
          <a:p>
            <a:r>
              <a:rPr sz="1500">
                <a:solidFill>
                  <a:srgbClr val="555555"/>
                </a:solidFill>
              </a:rPr>
              <a:t>Achievable, and genuinely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</a:rPr>
              <a:t>Reuses our existing GPT-2 surprisal pipeline directly — not starting from scratch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</a:rPr>
              <a:t>Every missing piece has a real, open-source fix already identified (Tamil GPT-2, ThamizhiMorph)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</a:rPr>
              <a:t>Produces two deliverables: a testable linguistic claim + a working simplification system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</a:rPr>
              <a:t>Answers a question bigger than Tamil alone: do English-shaped complexity metrics transfer to agglutinative languages? (Turkish, Finnish, Korean face the same issue)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Estimated timeline: 6–8 weeks, phased (metric → simplifier → evaluation → writeup)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Phase 3 — Rationale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